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Expected ROC-AUC on BBBP (Classification)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(BBBP)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8E-4495-B040-35FD3C9C11A3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8E-4495-B040-35FD3C9C11A3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8E-4495-B040-35FD3C9C11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XGBoost</c:v>
                </c:pt>
                <c:pt idx="2">
                  <c:v>Gaussian Process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0.88</c:v>
                </c:pt>
                <c:pt idx="2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8E-4495-B040-35FD3C9C11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84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4114800"/>
            <a:ext cx="1828800" cy="1828800"/>
          </a:xfrm>
          <a:prstGeom prst="ellipse">
            <a:avLst/>
          </a:prstGeom>
          <a:solidFill>
            <a:srgbClr val="DBEAFE">
              <a:alpha val="80000"/>
            </a:srgbClr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PROPERTY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DRUG DISCOVERY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Model-Based Machine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 •  CSE – AI &amp; ML  •  NIET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32412"/>
            <a:ext cx="5486400" cy="693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Mishra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Upadhyay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Ms. Jyoti Rani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takes 10–15 years and costs billions. Despite this, ~90% of drug candidates fail in clinical trials — mostly due to poor ADMET properties that were not detected early enough.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ADMET computationally?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Lab-based ADMET testing is slow, expensive, and done too late in the pipeline.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can screen thousands of molecules in seconds — before lab testing.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filtering of bad candidates saves years of wasted research.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657600" cy="2103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drug candidates fail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clinical trials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3291840"/>
            <a:ext cx="164592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dev.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3291840"/>
            <a:ext cx="173736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3337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per drug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ADMET?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describes how a drug behaves inside the human body after it is taken. Even a chemically perfect molecule fails if it can't survive these 5 biological tests.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55448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3736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drug enter the bloodstream after being taken?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66544" y="1691640"/>
            <a:ext cx="1554480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66544" y="173736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066544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66544" y="306324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inside, does it reach the right organ/tissue?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67328" y="1691640"/>
            <a:ext cx="155448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67328" y="173736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767328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306324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liver chemically break it down?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68112" y="1691640"/>
            <a:ext cx="1554480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68112" y="173736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68112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306324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body eliminate the drug (urine/bile)?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68896" y="1691640"/>
            <a:ext cx="1554480" cy="2560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68896" y="173736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7168896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68896" y="306324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damage organs or cells at therapeutic doses?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focuses on predicting Absorption (solubility), Distribution (BBB), and Toxicity using Machine Learning.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14300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17043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BBBP &amp; ESOL datasets from MoleculeNet via DeepChem. These are standard pharmaceutical ML benchmarks.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14300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17043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Featurization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SMILES strings → Morgan Fingerprints using RDKit. Each molecule becomes a 2048-dimensional binary vector.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95160" y="114300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17043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35040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42316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Forest, XGBoost &amp; Gaussian Process (scikit-learn). Compare performance across all three models.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90088" y="2651760"/>
            <a:ext cx="228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4728" y="2651760"/>
            <a:ext cx="228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SMILES → RDKit Fingerprint → scikit-learn Model → Evaluation → Streamlit Web App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BBBP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Blood-Brain Barrier Penetration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(0 or 1)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~2,050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drug reach the brain?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 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931920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ESOL Dataset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Aqueous Solubility (log mol/L)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(decimal number)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~1,128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soluble is the drug?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and R²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Molecules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— SMILES to fingerprint conversion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DeepChem — MoleculeNet dataset loader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— data handling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06040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Modeling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664208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8308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all ML models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(baseline)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(strong baseline)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(uncertainty)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78308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web application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— model save &amp; load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— plots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— experiments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— Why Three?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2331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many decision trees and votes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and interpretable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visualization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Well-proven in ADMET literature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874520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965960"/>
            <a:ext cx="2331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 — corrects its own errors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higher accuracy than RF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memory efficient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on tabular / fingerprint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3474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15087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ML 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965960"/>
            <a:ext cx="2331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— gives uncertainty too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HOW confident it 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 drug screening decisions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'Model-Based ML' in title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97280"/>
            <a:ext cx="34747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12080" y="1143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21208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(BBBP)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2286000"/>
            <a:ext cx="347472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212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(ESOL)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3474720"/>
            <a:ext cx="347472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12080" y="3520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GP Model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212080" y="4069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Streamlit Web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localhost:8501 — ADMET Predictor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Property Predictor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SMILES string: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4114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39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CC(=O)Oc1ccccc1C(=O)O  (Aspirin)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887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877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38912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083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Blood-Brain Barrier:  Does NOT penetrate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43891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381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Solubility (ESOL):  -1.2 log mol/L  (Moderate)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438912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67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Confidence (GP Model):  87%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Works: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77840" y="14630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any SMILES string (drug molecule)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converts it to a fingerprint on the fly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pre-trained model (joblib) instantly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prediction + confidence score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Python — no HTML needed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3840480"/>
            <a:ext cx="32004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8587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 &lt; 2 seconds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drug molecule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 Prediction | NIET – CSE AI&amp;ML | Abhinav Mishra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machine learning system that predicts ADMET properties of drug molecules computationally — saving time, cost, and lives in drug discovery.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2286000" cy="11887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786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Regression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514600"/>
            <a:ext cx="2286000" cy="11887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5786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XGBoost · Gaussian Process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514600"/>
            <a:ext cx="2286000" cy="11887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5786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Web App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real-time predictor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Multi-task learning across all ADMET endpoints · Graph Neural Networks · Active Learning 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Q&amp;A SESSION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885</Words>
  <Application>Microsoft Office PowerPoint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ADMET Property Prediction in Drug Discovery</dc:title>
  <dc:subject>PptxGenJS Presentation</dc:subject>
  <dc:creator>Abhinav Mishra</dc:creator>
  <cp:lastModifiedBy>Abhinav Mishra</cp:lastModifiedBy>
  <cp:revision>2</cp:revision>
  <dcterms:created xsi:type="dcterms:W3CDTF">2026-02-21T04:27:39Z</dcterms:created>
  <dcterms:modified xsi:type="dcterms:W3CDTF">2026-02-21T06:31:06Z</dcterms:modified>
</cp:coreProperties>
</file>